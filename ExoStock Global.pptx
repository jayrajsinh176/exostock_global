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5240000" cy="85725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42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FAEA981-1354-3FBD-EDEB-5AD9090F8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" y="0"/>
            <a:ext cx="15231902" cy="857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316200" cy="85933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8B0523C-A360-BC6B-75F5-FF2186C02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" y="0"/>
            <a:ext cx="15231902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15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24619-7EF2-79F5-193E-E3C75A03A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" y="0"/>
            <a:ext cx="15231902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6CA9471-BDAD-5377-A03A-1C7DBEA5C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8"/>
            <a:ext cx="15240000" cy="85679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Jayrajsinh Ravalji</dc:creator>
  <cp:lastModifiedBy>Microsoft account</cp:lastModifiedBy>
  <cp:revision>3</cp:revision>
  <dcterms:created xsi:type="dcterms:W3CDTF">2006-08-16T00:00:00Z</dcterms:created>
  <dcterms:modified xsi:type="dcterms:W3CDTF">2026-09-28T17:37:25Z</dcterms:modified>
  <dc:identifier>DAHO-JbywCY</dc:identifier>
</cp:coreProperties>
</file>